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2057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25146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68680" y="35204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브릿지 교과목 설계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8680" y="4434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6.25 THU  ·  10:00–18:00  ·  7교시 (50분 수업 + 10분 휴식)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9A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1교시  ·  10:00–10:50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606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교과목 AI 접목 아이디어 도출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8680" y="4023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교과목의 학습목표와 활동을 구조적으로 진단한다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접목이 유효한 지점을 명시적 기준으로 선별한다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접목 후보를 교육적 효과와 실행 난이도로 우선순위화한다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1교시 · 10:00–10:50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전환: 연구 활용 → 교과목 설계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목표·흐름 안내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AI를 강의 설계에 연결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1교시 · 10:00–10:50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브릿지란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교과목에 AI를 연결(bridge)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학습목표 달성의 보조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대체가 아닌 지원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1교시 · 10:00–10:50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접목 후보 식별 기준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반복성이 높은 활동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형성적 피드백 수요가 큰 활동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탐색 부담이 큰 활동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1교시 · 10:00–10:50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접목에 신중할 지점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역량을 직접 평가하는 활동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보조 아닌 대체 위험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학습목표 훼손 경계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1교시 · 10:00–10:50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 → 우선순위화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주차별 학습활동 평정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 · 실행 난이도 매트릭스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 3가지 선정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1교시 · 10:00–10:50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&amp; 산출물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과목 AI 접목 지도 작성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 3 + 근거·우선순위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9A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2교시  ·  11:00–11:50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606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강의자료·강의계획서 재구성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8680" y="4023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학습목표–내용–평가의 정렬(alignment)을 점검한다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주차별 강의안 개요와 슬라이드 초안을 생성한다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학습자 수준에 맞게 난이도·분량을 조정한다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2교시 · 11:00–11:50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도입: 구성적 정렬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학습목표–내용–평가의 정합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강의안도 정렬의 예시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정렬이 설계의 출발점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2교시 · 11:00–11:50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정렬 점검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목표엔 있으나 평가 안 하는 역량 탐지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보강·삭제 우선순위 도출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개선점 제시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2교시 · 11:00–11:50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강의안 개요 생성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– 전개 – 정리 구조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 단위 구조화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학습활동 배치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2교시 · 11:00–11:50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슬라이드 초안화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+ 핵심 요점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장에 한 메시지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6~8장 단위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2교시 · 11:00–11:50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난이도 조정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학년·전공 수준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예시·용어 수준 보정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분량 조절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2교시 · 11:00–11:50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비판적 검토 &amp; 실습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생성된 사례·통계 사실 확인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교수자 최종 책임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 강의계획서로 한 주차 생성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9A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3교시  ·  13:00–13:50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606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강의용 콘텐츠 생성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8680" y="4023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학습목표에 정렬된 평가문항·연습문제를 생성한다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개념을 난이도별로 차등 설명한다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정답·해설을 함께 생성하고 타당성을 검토한다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3교시 · 13:00–13:50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도입: 평가·연습 자료 설계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단답 · 서술형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+ 해설 동반 생성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학습목표와 정렬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3교시 · 13:00–13:50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진단적 오답(distractor) 설계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오답에 빈번한 오개념 반영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학습자 진단 기능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단순 오답보다 교육적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3교시 · 13:00–13:50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학습목표 정렬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암기보다 적용·분석 수준 겨냥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목표–문항 대응 확인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타당성 확보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3교시 · 13:00–13:50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학습자 수준별 설명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개념 초급·중급 차등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비유·사례로 비전공 눈높이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오개념 교정 보충 설명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3교시 · 13:00–13:50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1개 → 문항 + 해설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비유 설명 5문장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오답 타당성 점검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3교시 · 13:00–13:50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&amp; 유의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흐름(도입/정리)에 배치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정답·해설은 교수자 검토 필수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9A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4교시  ·  14:00–14:50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606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활용 PBL 과제 설계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8680" y="4023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맥락의 PBL 문제 시나리오를 설계한다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활용 범위와 학습자 책무를 명시적으로 규정한다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루브릭(기준·수행수준·배점)을 작성한다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4교시 · 14:00–14:50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도입: AI 시대의 과제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금지보다 활용 방식을 설계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과정 + 결과 병행 평가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책무성과 균형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4교시 · 14:00–14:50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PBL 시나리오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맥락의 개방형 문제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학습목표와 정렬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동기 유발 상황 설정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4교시 · 14:00–14:50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 정의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 등 결과물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활용 기록·성찰 포함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사고 과정의 가시화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4교시 · 14:00–14:50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활용 규칙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허용 범위 명시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인용·기록 의무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금지선 규정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4교시 · 14:00–14:50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루브릭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· 수행수준 · 배점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가능한 행동 준거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4단계 척도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4교시 · 14:00–14:50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&amp; 전환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 과목 PBL 설계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교시: 학습 지원 에이전트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9A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5교시  ·  15:00–15:50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606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과목·연구 에이전트 구축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8680" y="4023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 에이전트의 역할과 응답 경계를 정의한다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 자료를 지식으로 등록해 응답의 근거(grounding)를 제공한다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질의 시나리오로 에이전트의 응답 품질을 점검한다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5교시 · 15:00–15:50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도입: 반복 질의 부담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FAQ·과제 질문 반복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에이전트로 일관 응대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교수자 부담 경감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5교시 · 15:00–15:50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 에이전트란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강의계획서·자료·FAQ 보유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 전용 보조 시스템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정의된 범위 내 작동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5교시 · 15:00–15:50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 근거(grounding)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 자료 범위 내에서만 응답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추측·환각 억제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기반 안내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5교시 · 15:00–15:50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행동 규칙 정의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 · 범위 · 금지사항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대신 단계적 힌트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교육적 응대 방식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5교시 · 15:00–15:50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 절차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생성 + 강의계획서 등록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강의자료·FAQ 지식 추가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지침 작성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5교시 · 15:00–15:50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점검 &amp; 전환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관점 질의 3개로 시험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보완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교시: 튜터 지침 정교화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9A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6교시  ·  16:00–16:50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606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튜터 지침 작성 실습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8680" y="4023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튜터의 응대 범위와 금지선을 명확히 규정한다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교육적으로 타당한 응대 방식(어조·피드백 절차)을 기술한다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 밖·불확실 상황의 예외 처리 규칙을 설계한다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6교시 · 16:00–16:50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도입: 가드레일의 필요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모호한 지침 → 흔들리는 응답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일관·안전한 학습 지원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행동 경계 규정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6교시 · 16:00–16:50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범위(scope) &amp; 방식(pedagogy)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다룰 주제 / 배제할 주제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제공 여부·힌트 단계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존중적 어조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6교시 · 16:00–16:50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안전(safety) 원칙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개인정보·성적 문의 금지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평가·민감 주제 처리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금지선 명시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6교시 · 16:00–16:50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예외(fallback) 처리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 밖·근거 불확실 상황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정중히 거절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교수자에게 안내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6교시 · 16:00–16:50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 기법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가치 선언이 아닌 행동 준거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조건에서는 이렇게"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명령형 규칙 문장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6교시 · 16:00–16:50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&amp; 개정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질의로 준수 여부 시험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어긋난 응대 → 문구 개정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사례 반영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9A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7교시  ·  17:00–17:50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606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 &amp; 마무리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8680" y="4023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 산출물을 동료에게 간결하게 설명한다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적용을 위한 후속 단계를 구체화한다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지속 활용을 위한 자료·지원 창구를 확보한다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7교시 · 17:00–17:50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2일 과정 종합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연구 활용 + Day 2 교과목 설계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산출물 회고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목표 달성 점검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7교시 · 17:00–17:50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 공유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동료 발표 · 상호 피드백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재사용 가능 자산 확인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아이디어 교환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7교시 · 17:00–17:50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이전(transfer) 원리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"금주에 1건" 적용 확정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작게 시작해 점진 확장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행동으로 전이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7교시 · 17:00–17:50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90일 실행 계획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 / 1개월 / 3개월 단위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적용 과업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지표 설정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7교시 · 17:00–17:50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&amp; 지속 지원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질의 일괄 응대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사후 자료·지원 창구 안내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후속 학습 경로 제안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조선대학교 AI특강 Day 2 — AX 브릿지 교과목 설계</dc:title>
  <dc:subject>PptxGenJS Presentation</dc:subject>
  <dc:creator>조선대학교 AI특강</dc:creator>
  <cp:lastModifiedBy>조선대학교 AI특강</cp:lastModifiedBy>
  <cp:revision>1</cp:revision>
  <dcterms:created xsi:type="dcterms:W3CDTF">2026-06-19T21:54:21Z</dcterms:created>
  <dcterms:modified xsi:type="dcterms:W3CDTF">2026-06-19T21:54:21Z</dcterms:modified>
</cp:coreProperties>
</file>