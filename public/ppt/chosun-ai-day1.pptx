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2514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520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기반 연구 업무 활용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4434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6.24 WED  ·  10:00–18:00  ·  7교시 (50분 수업 + 10분 휴식)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  ·  10:00–10:50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오리엔테이션 &amp; Claude 기초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LLM의 확률적 토큰 생성 메커니즘과 환각·최신성·정량추론의 한계를 설명한다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대화·프로젝트·파일 업로드 등 작업 환경을 본인 연구 맥락에 맞게 구성한다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역할·맥락·과업·형식·제약의 다섯 요소로 프롬프트를 구조화한다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표지 · 과정 소개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기반 연구 업무 활용 &amp; AX 브릿지 교과목 설계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전임 교원 · 2일 14시간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소개 · 산출물 안내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학습 목표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LLM의 작동 원리와 한계 이해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대화·프로젝트·파일 업로드 환경 구성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5요소로 구조화하기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LLM이란 무엇인가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대규모 말뭉치로 사전학습된 언어모델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토큰의 확률 분포를 예측해 문장 생성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조회 DB가 아닌 "확률적 생성기"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입력도 표현이 달라질 수 있음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잘하고, 무엇을 주의하나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강점: 요약·초안·구조화·번역·형식 변환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한계: 없는 사실·인용 생성(환각)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한계: 학습 시점 이후 정보 부재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한계: 복잡한 정량 계산 오류 가능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환경 구성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/ 프로젝트 / 파일 업로드의 차이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맥락에 맞춘 환경 세팅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민감정보 업로드 전 기관 규정 확인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프롬프트의 5요소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역할(Role) · 맥락(Context)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과업(Task) · 형식(Format)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제약(Constraints)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 정도가 출력 품질을 좌우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시연: 제로샷 vs 구조화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"요약해줘"(제로샷)의 한계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역할·맥락·형식·제약 명시(구조화)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구체성·정확성·재사용성 비교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안전·윤리 &amp; 실습 안내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미공개 데이터·개인정보 주의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결과는 항상 사람이 검증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실습: 나의 첫 구조화 프롬프트 작성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  ·  11:00–11:50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PDF 기반 연구 리뷰 매트릭스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PDF에서 연구 핵심 요소를 사전 정의한 분석틀로 일관되게 추출한다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복수 문헌을 항목별로 교차 비교하는 매트릭스를 구성한다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 결과를 원문과 대조하여 정확성·근거를 검증한다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문헌고찰의 부담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논문 수작업 비교의 시간·일관성 문제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매트릭스로 체계화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목표: 비교표 자동 생성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매트릭스란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= 논문, 열 = 비교 항목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연구질문·방법·표본·결과·한계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문헌고찰의 체계성·재현가능성 향상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원칙: 분석틀 먼저 고정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 전 항목 정의(코딩 스킴) 확정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문헌에 동일 정의 적용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정의가 흔들리면 비교 타당성 붕괴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 1 — 추출(Extraction)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PDF 업로드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논문별 동일 항목 추출 지시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된 원문 문장 병기 요청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 2 — 통합(Synthesis)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항목을 열로 하는 단일 비교표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열(이론틀 등) 추가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형식 일관성 유지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 3 — 검증(Verification)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수치·인용·표본 규모 원문 대조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환각·오추출 점검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대량이면 배치 분할 후 통합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예시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A/B/C × 항목 비교표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칸에 근거 문장 포함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동향 파악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&amp; 산출물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논문 2~3편으로 매트릭스 작성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 가능한 비교 시트 완성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3교시  ·  13:00–13:50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학술 글쓰기 &amp; 영문 초록·교정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초록을 목적·방법·결과·함의의 표준 구조로 재구성한다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 표현을 학술 영어 규범에 맞게 교정하고 어조를 조정한다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 전개·중복·응집성을 점검하여 가독성을 향상한다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학술 글쓰기와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 보조 vs 대필의 경계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문법·표현·구성 피드백은 신속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사실·학술 판단은 저자 책임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초록의 표준 구조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 → 방법 → 결과 → 함의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1~2문장으로 압축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독자(심사자/비전공) 고려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 요청의 명세화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범위: 문법 / 간결화 / 학술 어조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대상: 심사자·비전공 독자 지정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추적: 변경 지점·사유 표기 요구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 교정의 유의점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뉘앙스·인과 강도 변동 주의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과대주장 완화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"의미 유지" 조건 명시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시연: Before → After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원초록 → 4부 구조 재구성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 메모로 변경 사유 확인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변동 경고 지점 점검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&amp; 산출물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초록 구조화·교정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 사유 메모 검토 후 확정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4교시  ·  14:00–14:50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 리포트 작성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구조와 기술통계(descriptive statistics)를 요약하도록 지시한다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결과를 해석하는 서술 문단을 생성한다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요약–방법–결과–시사점 구조의 분석 리포트를 설계한다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분석에서 AI의 역할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vs 서술의 분업 원칙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서술·해석 단계를 가속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통계량은 도구로 산출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데이터에서 리포트로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기술통계 요약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 기술·해석 문단 생성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결과의 서술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표준 구조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요약(핵심 결론)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· 결과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 · 후속 제안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 맞춤 어조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타당성 확보 원칙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수치는 별도 도구로 검산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데이터에 없는 추론 금지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 ≠ 인과 → 가설적 표현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통계 입력 → 패턴 3가지 해석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"~로 보인다" 가설적 진술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과대해석 제거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&amp; 유의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본인/공개 데이터로 리포트 작성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데이터는 익명화·집계 후 입력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5교시  ·  15:00–15:50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공고문 기반 제안서 초안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공고문에서 평가 기준·필수 항목·형식 제약을 추출한다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추출한 요건을 제안서 목차에 체계적으로 매핑한다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항목의 초안과 강조점을 작성한다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제안서의 출발점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공고문 요건 식별이 먼저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 누락 = 감점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 정렬로 작성 비용 절감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 추출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기준·배점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제출 항목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분량·형식 제약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구조화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 → 목차 매핑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요건을 목차로 전사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관계 점검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 항목 방지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배점 기반 분량 배분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배점 = 노력·분량 기준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배점 높은 항목 심화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전략적 강조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항목 초안 생성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연구목표 · 연구방법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초안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강조점 메모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정련 &amp; 윤리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독창성·맥락은 저자가 직접 보강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고지 의무 확인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초안은 출발점일 뿐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6교시  ·  16:00–16:50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문헌·자료 탐색과 인용 정리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주제로부터 검색 키워드·동의어 전략을 도출한다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자료를 핵심 요지로 요약하고 주제별로 분류한다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참고문헌을 일관된 인용 양식으로 정리하고 출처를 검증한다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탐색은 키워드 설계부터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 분해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동의어·상위어로 확장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포함·제외 기준 설정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AI의 역할과 경계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전략 수립·요약·분류에 유용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검색 엔진을 대체하지 않음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문헌은 학술 DB에서 확보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서지정보 환각 주의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존재하지 않는 제목·저자·DOI 생성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원문·DB에서 직접 검증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"제공한 정보만 사용" 제약 활용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정리 3단계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요약(annotation): 한 줄 요지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분류(classification): 쟁점·주제별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인용(citation): 단일 양식(APA 등) 통일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→ 키워드·조합 전략 생성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 요약·분류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정보 한정 APA 목록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&amp; 산출물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전략 + 분류표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참고문헌 목록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7교시  ·  17:00–17:50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연구 업무용 Claude Project 구축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Project와 일반 대화의 차이(맥락의 영속성)를 설명한다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맥락을 담은 지침(custom instructions)을 작성한다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참조 자료를 지식으로 등록해 재사용 환경을 구성한다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반복 설명의 비효율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대화마다 배경 재입력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일관성 결여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해결책: 전용 Project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 + 지식의 영속 캡슐화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 1회 설정 → 모든 대화 적용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연구 작업실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지침(instructions) 구성요소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분야 · 대상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선호 어조 · 출력 형식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규칙(불확실 시 "확인 필요")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지식(knowledge) 등록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용어집 · 선행 논문 · 양식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참조 자료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응답의 근거 제공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재현성 시연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산출물을 Project에서 재수행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지시로 일관 형식 산출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재입력 없이 재현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팁 &amp; 마무리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지침은 운영하며 지속 개정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연구용·교육용 Project 분리</a:t>
            </a:r>
            <a:endParaRPr lang="en-US" sz="1900" dirty="0"/>
          </a:p>
          <a:p>
            <a:pPr marL="254000" indent="-2540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정리 · Day 2 예고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1 — Claude 기반 연구 업무 활용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조선대학교 AI특강 Day 1 — Claude 기반 연구 업무 활용</dc:title>
  <dc:subject>PptxGenJS Presentation</dc:subject>
  <dc:creator>조선대학교 AI특강</dc:creator>
  <cp:lastModifiedBy>조선대학교 AI특강</cp:lastModifiedBy>
  <cp:revision>1</cp:revision>
  <dcterms:created xsi:type="dcterms:W3CDTF">2026-06-19T21:54:21Z</dcterms:created>
  <dcterms:modified xsi:type="dcterms:W3CDTF">2026-06-19T21:54:21Z</dcterms:modified>
</cp:coreProperties>
</file>